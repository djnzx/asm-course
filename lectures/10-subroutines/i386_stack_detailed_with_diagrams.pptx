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234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Інструкція CALL автоматично зберігає адресу наступної інструкції (EIP) у стек і здійснює перехід до функції.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call myfunc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Інструкція RET бере зі стека адресу повернення і записує її в EIP, відновлюючи виконання після CALL.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ret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 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Форма RET N додатково збільшує ESP на N байт, очищаючи стек від параметрів функції.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ret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Пролог функції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Пролог функції зазвичай включає PUSH EBP та MOV EBP, ESP, щоб створити новий кадр для локальних змінних і параметрів.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push ebp</a:t>
            </a:r>
            <a:br/>
            <a:r>
              <a:t>mov ebp, esp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Епілог функції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Епілог функції відновлює старе значення ESP і EBP перед поверненням, забезпечуючи правильний вихід з кадру.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mov esp, ebp</a:t>
            </a:r>
            <a:br/>
            <a:r>
              <a:t>pop ebp</a:t>
            </a:r>
            <a:br/>
            <a:r>
              <a:t>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Параметри і локальні змінні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Параметри функції зберігаються у стеку за позитивним зміщенням від EBP, локальні змінні — за негативним.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mov eax, [ebp+8]</a:t>
            </a:r>
            <a:br/>
            <a:r>
              <a:t>mov [ebp-4], eax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 ESP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Виділення пам’яті під локальні змінні відбувається через інструкцію SUB ESP, N.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sub esp,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cdecl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 конвенції cdecl параметри передаються справа наліво, а очищення стека після виклику робить викликаючий код.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push 2</a:t>
            </a:r>
            <a:br/>
            <a:r>
              <a:t>push 1</a:t>
            </a:r>
            <a:br/>
            <a:r>
              <a:t>call sum</a:t>
            </a:r>
            <a:br/>
            <a:r>
              <a:t>add esp,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 конвенції stdcall очищення параметрів стека виконує сама функція через RET N.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ret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 fastcall перші аргументи передаються через регістри (ECX, EDX), а решта — через стек.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; немає коду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 і LEAVE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Інструкції ENTER та LEAVE автоматизують створення і видалення стекового кадру, спрощуючи пролог/епілог.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enter 8,0</a:t>
            </a:r>
            <a:br/>
            <a:r>
              <a:t>leave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Інструкція IRET використовується для повернення з обробника переривань, відновлюючи EIP, CS та прапори.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iret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Функція sum (cdecl)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Приклад простої функції, що додає два числа, параметри беруться зі стеку.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push ebp</a:t>
            </a:r>
            <a:br/>
            <a:r>
              <a:t>mov ebp, esp</a:t>
            </a:r>
            <a:br/>
            <a:r>
              <a:t>mov eax, [ebp+8]</a:t>
            </a:r>
            <a:br/>
            <a:r>
              <a:t>add eax, [ebp+12]</a:t>
            </a:r>
            <a:br/>
            <a:r>
              <a:t>leave</a:t>
            </a:r>
            <a:br/>
            <a:r>
              <a:t>ret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Рекурсія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 рекурсивних викликах кожен новий виклик створює окремий кадр у стеку, що дозволяє зберігати проміжні дані.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call factorial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 занадто глибокій рекурсії або некоректній роботі зі стеком може статися переповнення (stack overflow).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; немає коду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 у GDB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 відлагоджувачах (наприклад, GDB) можна переглядати стекові кадри та значення змінних для аналізу виконання.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info frame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Стек є фундаментальним елементом роботи процесора: він забезпечує функціональність викликів функцій, рекурсії та збереження контексту.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; немає коду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Сесія запитань та відповідей дозволяє обговорити додаткові приклади та складні випадки.</a:t>
            </a:r>
          </a:p>
          <a:p>
            <a:pPr>
              <a:defRPr b="1"/>
            </a:pPr>
            <a:r>
              <a:t>Код прикладу:</a:t>
            </a:r>
          </a:p>
          <a:p>
            <a:pPr>
              <a:defRPr sz="1400">
                <a:latin typeface="Courier New"/>
              </a:defRPr>
            </a:pPr>
            <a:r>
              <a:t>; немає коду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Діаграма: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Візуалізація роботи стеку:</a:t>
            </a:r>
          </a:p>
          <a:p>
            <a:pPr>
              <a:defRPr sz="1400">
                <a:latin typeface="Courier New"/>
              </a:defRPr>
            </a:pPr>
            <a:r>
              <a:t>Перед викликом:</a:t>
            </a:r>
            <a:br/>
            <a:r>
              <a:t>ESP -&gt; [ ... ]</a:t>
            </a:r>
            <a:br/>
            <a:br/>
            <a:r>
              <a:t>CALL myfunc:</a:t>
            </a:r>
            <a:br/>
            <a:r>
              <a:t>ESP -&gt; [ return EIP ]</a:t>
            </a:r>
            <a:br/>
            <a:r>
              <a:t>        [ ...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Діаграма: 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Візуалізація роботи стеку:</a:t>
            </a:r>
          </a:p>
          <a:p>
            <a:pPr>
              <a:defRPr sz="1400">
                <a:latin typeface="Courier New"/>
              </a:defRPr>
            </a:pPr>
            <a:r>
              <a:t>До RET:</a:t>
            </a:r>
            <a:br/>
            <a:r>
              <a:t>ESP -&gt; [ return EIP ]</a:t>
            </a:r>
            <a:br/>
            <a:r>
              <a:t>        [ ... ]</a:t>
            </a:r>
            <a:br/>
            <a:br/>
            <a:r>
              <a:t>Після RET:</a:t>
            </a:r>
            <a:br/>
            <a:r>
              <a:t>EIP = return address</a:t>
            </a:r>
            <a:br/>
            <a:r>
              <a:t>ESP -&gt; [ ... 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Діаграма: Рекурсія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Візуалізація роботи стеку:</a:t>
            </a:r>
          </a:p>
          <a:p>
            <a:pPr>
              <a:defRPr sz="1400">
                <a:latin typeface="Courier New"/>
              </a:defRPr>
            </a:pPr>
            <a:r>
              <a:t>Виклик factorial(3):</a:t>
            </a:r>
            <a:br/>
            <a:r>
              <a:t>ESP -&gt; [ return addr f(3) ]</a:t>
            </a:r>
            <a:br/>
            <a:r>
              <a:t>        [ локальні f(3) ]</a:t>
            </a:r>
            <a:br/>
            <a:r>
              <a:t>        [ return addr f(2) ]</a:t>
            </a:r>
            <a:br/>
            <a:r>
              <a:t>        [ локальні f(2) ]</a:t>
            </a:r>
            <a:br/>
            <a:r>
              <a:t>        [ return addr f(1) ]</a:t>
            </a:r>
            <a:br/>
            <a:r>
              <a:t>        [ локальні f(1)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632</Words>
  <Application>Microsoft Macintosh PowerPoint</Application>
  <PresentationFormat>On-screen Show (4:3)</PresentationFormat>
  <Paragraphs>81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CALL</vt:lpstr>
      <vt:lpstr>RET</vt:lpstr>
      <vt:lpstr>RET N</vt:lpstr>
      <vt:lpstr>Пролог функції</vt:lpstr>
      <vt:lpstr>Епілог функції</vt:lpstr>
      <vt:lpstr>Параметри і локальні змінні</vt:lpstr>
      <vt:lpstr>SUB ESP</vt:lpstr>
      <vt:lpstr>cdecl</vt:lpstr>
      <vt:lpstr>stdcall</vt:lpstr>
      <vt:lpstr>fastcall</vt:lpstr>
      <vt:lpstr>ENTER і LEAVE</vt:lpstr>
      <vt:lpstr>IRET</vt:lpstr>
      <vt:lpstr>Функція sum (cdecl)</vt:lpstr>
      <vt:lpstr>Рекурсія</vt:lpstr>
      <vt:lpstr>Stack overflow</vt:lpstr>
      <vt:lpstr>Debug у GDB</vt:lpstr>
      <vt:lpstr>Висновки</vt:lpstr>
      <vt:lpstr>Q&amp;A</vt:lpstr>
      <vt:lpstr>Діаграма: CALL</vt:lpstr>
      <vt:lpstr>Діаграма: RET</vt:lpstr>
      <vt:lpstr>Діаграма: Рекурсія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Alexey Rykhalskiy</cp:lastModifiedBy>
  <cp:revision>2</cp:revision>
  <dcterms:created xsi:type="dcterms:W3CDTF">2013-01-27T09:14:16Z</dcterms:created>
  <dcterms:modified xsi:type="dcterms:W3CDTF">2025-09-10T18:34:39Z</dcterms:modified>
  <cp:category/>
</cp:coreProperties>
</file>